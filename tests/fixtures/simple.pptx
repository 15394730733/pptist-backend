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测试演示文稿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这是一个简单的测试 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主要内容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这是第一行文本</a:t>
            </a:r>
          </a:p>
          <a:p>
            <a:pPr lvl="1">
              <a:defRPr sz="1800"/>
            </a:pPr>
            <a:r>
              <a:t>这是第二行文本</a:t>
            </a:r>
          </a:p>
          <a:p>
            <a:pPr>
              <a:defRPr sz="1800"/>
            </a:pPr>
            <a:r>
              <a:t>这是第三行文本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